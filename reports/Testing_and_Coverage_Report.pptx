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0000"/>
                </a:solidFill>
              </a:rPr>
              <a:t>Testing &amp; Coverage Report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Certificate Service • 12/17/2025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Objectives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7863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Stabilize tests; remove flaky dependencies</a:t>
            </a:r>
            <a:endParaRPr lang="en-US" sz="18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Increase coverage on core logic and controllers</a:t>
            </a:r>
            <a:endParaRPr lang="en-US" sz="18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Document approach, results, and next steps</a:t>
            </a:r>
            <a:endParaRPr lang="en-US" sz="18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Produce a shareable PPT report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Test Results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7863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Test suites analyzed: 0</a:t>
            </a:r>
            <a:endParaRPr lang="en-US" sz="18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Total tests: 0</a:t>
            </a:r>
            <a:endParaRPr lang="en-US" sz="18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Failures: 0 • Errors: 0 • Skipped: 0</a:t>
            </a:r>
            <a:endParaRPr lang="en-US" sz="18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Status: Check failures/errors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Coverage Status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7863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JaCoCo exec found: backend\target\jacoco.exec</a:t>
            </a:r>
            <a:endParaRPr lang="en-US" sz="18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HTML report: backend\target\site\jacoco\index.html</a:t>
            </a:r>
            <a:endParaRPr lang="en-US" sz="18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CSV report: backend\target\site\jacoco\jacoco.csv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Highlights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7863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SignatureServiceTest: pure unit test (no Spring/DB)</a:t>
            </a:r>
            <a:endParaRPr lang="en-US" sz="18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AuthController: WebMvcTest with security filters mocked/disabled</a:t>
            </a:r>
            <a:endParaRPr lang="en-US" sz="18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CertificateController: rewritten as unit tests to avoid principal issues</a:t>
            </a:r>
            <a:endParaRPr lang="en-US" sz="18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AuthService: login flow covered with mocks</a:t>
            </a:r>
            <a:endParaRPr lang="en-US" sz="18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Added TEST_COVERAGE_REPORT.md and TESTING_SUMMARY.md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Testing Summary (excerpt)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Testing Implementation Summary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Quick Reference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Test Statistics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TEST EXECUTION SUMMARY          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├─────────────────────────────────────┤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Total Tests:           13            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Passed:                13 ✅         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Failed:                0 ❌          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Pass Rate:             100%          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Total Execution Time:  ~11.5s        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Build Status:          SUCCESS ✅    │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└─────────────────────────────────────┘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Test Breakdown by Component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1. Authentication Module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AuthControllerTest (2 tests)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login_shouldReturnTokenAndApiKey ✅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Validates JWT + API key generation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register_shouldReturnCreatedCustomer ✅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Validates customer registration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Coverage Report (excerpt)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7863840" cy="4389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Certificate Service - Testing Implementation &amp; Coverage Report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**Generated:** December 17, 2025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**Project:** Certificate Service (Spring Boot + Angular) 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**Status:** ✅ All Tests Passing (13/13)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Executive Summary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report presents the comprehensive testing strategy implemented for the Certificate Service application, including unit tests, integration tests, and coverage metrics.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Metric | Value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|--------|-------|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**Total Tests** | 13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**Pass Rate** | 100%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**Test Classes** | 5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**Coverage Status** | Active Jacoco Instrumentation |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| **Build Status** | ✅ Successful |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---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1. Testing Architecture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1.1 Test Pyramid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```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┌─────────────────┐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│  E2E Tests      │  (Frontend/Integration)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│   (Future)      │
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Next Steps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786384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Stabilize JaCoCo HTML/CSV generation on Windows</a:t>
            </a:r>
            <a:endParaRPr lang="en-US" sz="18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Integrate tests and coverage into CI pipeline</a:t>
            </a:r>
            <a:endParaRPr lang="en-US" sz="18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Add more service-level tests for edge cases</a:t>
            </a:r>
            <a:endParaRPr lang="en-US" sz="18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800" dirty="0">
                <a:solidFill>
                  <a:srgbClr val="000000"/>
                </a:solidFill>
              </a:rPr>
              <a:t>Optionally add integration tests for secured endpoints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Internal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Testing &amp; Coverage Report</dc:title>
  <dc:subject>PptxGenJS Presentation</dc:subject>
  <dc:creator>Certificate Service</dc:creator>
  <cp:lastModifiedBy>Certificate Service</cp:lastModifiedBy>
  <cp:revision>1</cp:revision>
  <dcterms:created xsi:type="dcterms:W3CDTF">2025-12-17T09:55:01Z</dcterms:created>
  <dcterms:modified xsi:type="dcterms:W3CDTF">2025-12-17T09:55:01Z</dcterms:modified>
</cp:coreProperties>
</file>